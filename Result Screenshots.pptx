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D724-0402-79B0-5F7B-92F3929DE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27F70-05DC-7AA9-6BBF-FEF0E1987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6566-1F65-E71A-E7C7-6C3B103F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3CDF7-4BE7-C553-E182-EFF915F8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31F9-882A-D48C-0A41-9956D0C9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08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24DB-4BE3-5D37-0A8F-6053BB89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9EC84-A659-CD4E-3487-B4AE66DA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8B9B3-1DC1-C2E6-DC9B-AC841FE3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EDA6A-5804-0072-61E8-626F72A6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3485-E1A8-C619-0952-647F7D24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82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9B8C-736D-DCDF-B1D8-9E6123B5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9831A-AA0C-C218-2F96-59554F629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15B54-20A9-052E-F408-D2AC2F81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37373-AD2D-D5AF-7C42-78CAE954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072B9-E8A5-4E51-4B34-0FA22907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8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6D27-931A-F6F6-140D-C9CB9F94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E44A-4992-001C-35EA-B6866412E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86AB1-42B0-9E0B-5884-0DEC6F80C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A2577-47AC-B1A1-A8F2-933A56CF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F5C48-3799-B97E-B50A-881031A4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14BE4-397C-E140-A17F-13F5C31A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54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4B73-1C73-E2F2-5AB9-D84AC5D9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E2C82-F2CF-08EC-5D0C-9F95DD0F1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A9956-459A-A0E4-4EC2-EA6B0C9F3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3145A-CC3D-E2FF-5492-99F78E893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13F13-631F-B70F-1F9D-4E19E0016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08C4D-F346-DF70-2F1E-6251C335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304A4-56BC-5E44-FCAA-D7423BEA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646B4-9988-9C8F-11B6-2D6B4574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2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B9A3-988B-205C-C7E0-64B16EDE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E1B2D-BE91-CDFE-5A94-D9E196EE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0ADA2-E9B0-B253-4AFB-B8B6D1CC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D9C26-4F1A-13CB-8B13-724FC98B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73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17FB9-8DF5-9635-44C4-2A4D009B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2CE10-0DB8-092E-8CC2-F293BD14C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67F4D-9933-AEEC-8B50-002BD7B0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6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C9D1-3864-C9BD-1906-B67BC294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81CDA-9948-B747-C7E1-7EA07C8B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2B7D7-F3AB-E5BA-532E-55A47ADC8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C0B51-8023-8733-9926-19D12D71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A0560-78FF-4E15-2EBE-427FDF23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7C04F-587C-AC53-8DF5-6E89FD13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17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BCAC-AA27-3BDF-0612-DDF9AB83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3B360-6428-3182-08C3-08E0FE60D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24F80-977C-CCA4-9A66-C62C9AC70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606E1-1614-7E6D-96ED-FC72FA0D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A1A7-42E0-8790-3B97-2697F94D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2D2B9-7D4B-3B05-495B-D4C5052A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0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BC8D-5B1F-4091-E35D-175B5A4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6F01D-4455-9616-5F05-D13D91B6B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7EC62-C765-CA23-5C9D-D7BD8E45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B440D-90ED-AFFD-B1D0-B1E377DE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5DDF3-2ACA-A2F5-9996-7648533E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32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0FE9C-88F7-619D-11BD-64C9B947B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8DCAD-CEB8-8DA6-C73F-E630F8AF6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B3FA-3A76-2BAF-A29C-7E22A4D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7867-DA3E-2EF0-2E81-538BCAA2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6BC8-4B8B-7F41-03F9-CB4CD2DC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30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A4BD7E-4C59-5994-B385-A1CBBA7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30323-2280-05C6-2D00-C36C681A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E178D-6426-123C-E5FE-8C3CDE2EB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D0AAE-9101-4B71-9DA1-4CA820E4FEF2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3B91E-3ED9-00A9-E158-9EE1E619E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C725-7244-C6DC-95D5-25163720F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C569E-50D4-4382-9F69-1FD46B638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469CE2-04FF-24AF-1F92-463DA3F3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60203" cy="3542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F301F-D6B0-3058-381D-6084C150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9" t="18238" r="58453" b="46930"/>
          <a:stretch>
            <a:fillRect/>
          </a:stretch>
        </p:blipFill>
        <p:spPr>
          <a:xfrm>
            <a:off x="0" y="4009572"/>
            <a:ext cx="7561943" cy="2387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A7711-32C9-7A80-7DF0-8671AD11A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203" y="0"/>
            <a:ext cx="4818193" cy="379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5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7F9E-0B86-C823-8115-7790FA4F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8529A-7C85-3F02-2D21-DF2CB00E24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3907972"/>
            <a:ext cx="5181600" cy="283469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D037F4-9502-3F14-7985-423DF4C3F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017782" y="0"/>
            <a:ext cx="3877392" cy="3120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9A6C9-13F1-F348-7C22-0FA549778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17782" cy="312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9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2026-10-26T01:43:46Z</dcterms:created>
  <dcterms:modified xsi:type="dcterms:W3CDTF">2026-10-26T01:47:34Z</dcterms:modified>
</cp:coreProperties>
</file>